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8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DACF-BA86-0AA6-0B3A-DA2121225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CC56E-10EE-8001-58F2-EF9EC9EE6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DB947-6C24-FBD5-9205-B483B67D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6ED9-B47E-A3C6-0EB3-999B8E61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FD6D5-EFED-73AA-F07F-CE1A4C6C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3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E011-7C02-61F2-4C91-270B2909D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2184A-57F9-111E-1042-64E99610F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0587E-6328-B5B5-F29C-BD4DE5F8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7B4E9-23BF-229F-C7A2-AD2B5BF0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05B73-1412-35F2-3AF3-6406C6D6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9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65BA-9B17-0ACE-348B-31A1CFB2A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6EAD2-E9DD-8D1F-A1DD-2B8E1582B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45858-8380-3C50-D091-7042FAEB7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A9AFC-7317-A6DC-E086-9A4C1AD37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CA744-EAEB-C694-B68F-AA912D184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00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338B-8409-BACB-D3C0-CEADC4FB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FBA52-A6A6-0CF0-4B04-67B9EED1E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2A441-052A-7BAD-F0E7-3EC22F4BF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0E9D6-1812-B1BF-75F5-8C204C27F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F667B-9086-F72F-CB6C-E1BF1AFF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A6180-38CF-479B-99D8-237F3AA64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70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E584-CA67-60D5-5F57-4BFBB4FE4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44D4-B526-B8CB-D844-17379DE4C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C2B8E-EEDE-5816-EBA6-E54A8F7C3F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E620F-5FEF-587A-149E-9EF2B4FBD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5F01B-A67C-C4C6-DB98-B8E0955FA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90443-98D6-1022-81AC-5C2BC8EF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3A92D-C855-B4E6-D450-6CD55191F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241B81-C9A5-BFE0-1466-8715E266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4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8CDE-18CE-F9B9-0BAA-A0997CD4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8BBA9-91B7-1D6E-446D-4B385938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35FB7-CFE4-5657-1CC1-CFDCBE13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A4BE5-4BF4-C788-4900-6936CB132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3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2964A8-DB81-4D34-52BF-E19942D37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39973-6F6E-B8F5-B8A0-3D652876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ADA61-A5C8-72A8-4DF6-BCEF1249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5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D55B9-290C-0B15-F082-9D27C9F5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22614-9B63-C6D9-2EAC-826522A1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8B918-B3A5-2EF5-DB52-4CA4F8D4E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31D91-BA92-4F9C-34FC-4A69CE95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39E9D-FD4B-FE66-5696-0DB730AEF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91A80-B503-9F77-6D11-66FCC68B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6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EED4-EB5E-B8B0-3425-5B787B1F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01C47-5D3F-AC32-7D4B-F21DA8391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092527-A62D-4120-AFB0-A4631E115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C0856-2385-B99B-AA8F-B31109C3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85482-2BF8-B316-961C-D993350A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37714-09D0-D0C6-BB25-796A09628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84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CC70-03A4-10F2-F79B-B357965B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13C4F-4C16-359D-3F9A-E422F9E4B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22A14-F650-4A79-98B9-EC0013B66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21E98-6EE5-FFC9-D285-9F7D782A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58820-6286-E0F4-6133-4FC34B182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4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21F04-C8F3-6980-84ED-F888CBDB9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C99FD-0083-FCC4-D621-C8D338A3F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8F334-47CF-229C-4140-27DCAC821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44893-7EC4-EF46-B95C-B6A81EE2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5F0F3-9B7C-20B0-1A22-C7DBE1FB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3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EFB00-76C2-C7EB-5AF7-27FA2DDBA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9BAC0-6F86-2A8F-09EB-5818D03D0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C53E-0375-3681-70A8-19D82799E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E6738-4C15-7B42-ACF7-4FC76598EA5B}" type="datetimeFigureOut">
              <a:rPr lang="en-US" smtClean="0"/>
              <a:t>7/6/25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4C62-5935-943F-B0F7-1B724A1E9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6BB4A-BFAF-28F4-46DB-E259C05C6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98ECE-A4D0-CC45-AB8C-A2DDE807D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3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D09308B-9D06-A63F-0EE2-7E7C85A32D95}"/>
              </a:ext>
            </a:extLst>
          </p:cNvPr>
          <p:cNvGrpSpPr/>
          <p:nvPr/>
        </p:nvGrpSpPr>
        <p:grpSpPr>
          <a:xfrm>
            <a:off x="1153296" y="452987"/>
            <a:ext cx="7781737" cy="6405013"/>
            <a:chOff x="1153296" y="452987"/>
            <a:chExt cx="7781737" cy="6405013"/>
          </a:xfrm>
        </p:grpSpPr>
        <p:pic>
          <p:nvPicPr>
            <p:cNvPr id="9" name="Picture 8" descr="A couple of women playing tennis&#10;&#10;Description automatically generated">
              <a:extLst>
                <a:ext uri="{FF2B5EF4-FFF2-40B4-BE49-F238E27FC236}">
                  <a16:creationId xmlns:a16="http://schemas.microsoft.com/office/drawing/2014/main" id="{BE33FE98-9783-2224-4262-49B387DC0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3296" y="452987"/>
              <a:ext cx="5964195" cy="3639721"/>
            </a:xfrm>
            <a:prstGeom prst="rect">
              <a:avLst/>
            </a:prstGeom>
          </p:spPr>
        </p:pic>
        <p:pic>
          <p:nvPicPr>
            <p:cNvPr id="11" name="Picture 10" descr="A person holding a tennis racket&#10;&#10;Description automatically generated">
              <a:extLst>
                <a:ext uri="{FF2B5EF4-FFF2-40B4-BE49-F238E27FC236}">
                  <a16:creationId xmlns:a16="http://schemas.microsoft.com/office/drawing/2014/main" id="{77B1CB85-B58F-4B8C-81F0-1395B8A52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1051"/>
            <a:stretch/>
          </p:blipFill>
          <p:spPr>
            <a:xfrm>
              <a:off x="1153296" y="3975262"/>
              <a:ext cx="3280570" cy="2882738"/>
            </a:xfrm>
            <a:prstGeom prst="rect">
              <a:avLst/>
            </a:prstGeom>
          </p:spPr>
        </p:pic>
        <p:pic>
          <p:nvPicPr>
            <p:cNvPr id="5" name="Picture 4" descr="A couple of women holding tennis rackets&#10;&#10;Description automatically generated">
              <a:extLst>
                <a:ext uri="{FF2B5EF4-FFF2-40B4-BE49-F238E27FC236}">
                  <a16:creationId xmlns:a16="http://schemas.microsoft.com/office/drawing/2014/main" id="{C4227A17-0652-565A-E0C3-E3A06344D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6932" y="3856391"/>
              <a:ext cx="4518101" cy="3001609"/>
            </a:xfrm>
            <a:prstGeom prst="rect">
              <a:avLst/>
            </a:prstGeom>
          </p:spPr>
        </p:pic>
        <p:pic>
          <p:nvPicPr>
            <p:cNvPr id="7" name="Picture 6" descr="A person holding a tennis racket&#10;&#10;Description automatically generated">
              <a:extLst>
                <a:ext uri="{FF2B5EF4-FFF2-40B4-BE49-F238E27FC236}">
                  <a16:creationId xmlns:a16="http://schemas.microsoft.com/office/drawing/2014/main" id="{E3E0C2C2-B7B9-9ACC-1D4A-E0933AF8B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75981" y="452987"/>
              <a:ext cx="2259051" cy="3490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129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DB7B3A-F03E-C80A-21B9-0C38FEA509FC}"/>
              </a:ext>
            </a:extLst>
          </p:cNvPr>
          <p:cNvGrpSpPr/>
          <p:nvPr/>
        </p:nvGrpSpPr>
        <p:grpSpPr>
          <a:xfrm>
            <a:off x="952497" y="0"/>
            <a:ext cx="8651116" cy="5767410"/>
            <a:chOff x="952497" y="0"/>
            <a:chExt cx="8651116" cy="5767410"/>
          </a:xfrm>
        </p:grpSpPr>
        <p:pic>
          <p:nvPicPr>
            <p:cNvPr id="5" name="Picture 4" descr="A group of people walking on a road&#10;&#10;Description automatically generated">
              <a:extLst>
                <a:ext uri="{FF2B5EF4-FFF2-40B4-BE49-F238E27FC236}">
                  <a16:creationId xmlns:a16="http://schemas.microsoft.com/office/drawing/2014/main" id="{3083B267-B922-D7CB-A136-5DF3B1689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498" y="0"/>
              <a:ext cx="4325556" cy="2883704"/>
            </a:xfrm>
            <a:prstGeom prst="rect">
              <a:avLst/>
            </a:prstGeom>
          </p:spPr>
        </p:pic>
        <p:pic>
          <p:nvPicPr>
            <p:cNvPr id="7" name="Picture 6" descr="A flooded road with trees and a road&#10;&#10;Description automatically generated with medium confidence">
              <a:extLst>
                <a:ext uri="{FF2B5EF4-FFF2-40B4-BE49-F238E27FC236}">
                  <a16:creationId xmlns:a16="http://schemas.microsoft.com/office/drawing/2014/main" id="{58E0D304-7E33-5A1D-FD70-1DE383D3E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8056" y="0"/>
              <a:ext cx="4325556" cy="2883704"/>
            </a:xfrm>
            <a:prstGeom prst="rect">
              <a:avLst/>
            </a:prstGeom>
          </p:spPr>
        </p:pic>
        <p:pic>
          <p:nvPicPr>
            <p:cNvPr id="9" name="Picture 8" descr="A person and child walking near debris&#10;&#10;Description automatically generated">
              <a:extLst>
                <a:ext uri="{FF2B5EF4-FFF2-40B4-BE49-F238E27FC236}">
                  <a16:creationId xmlns:a16="http://schemas.microsoft.com/office/drawing/2014/main" id="{D89F7D16-9722-1AFF-5683-3BD8D0DA6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2497" y="2883704"/>
              <a:ext cx="4325558" cy="2883705"/>
            </a:xfrm>
            <a:prstGeom prst="rect">
              <a:avLst/>
            </a:prstGeom>
          </p:spPr>
        </p:pic>
        <p:pic>
          <p:nvPicPr>
            <p:cNvPr id="11" name="Picture 10" descr="A room with many beds and a few windows&#10;&#10;Description automatically generated with medium confidence">
              <a:extLst>
                <a:ext uri="{FF2B5EF4-FFF2-40B4-BE49-F238E27FC236}">
                  <a16:creationId xmlns:a16="http://schemas.microsoft.com/office/drawing/2014/main" id="{79BED2B2-4078-2179-2FF9-DB5398163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78054" y="2883704"/>
              <a:ext cx="4325559" cy="2883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472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2</cp:revision>
  <dcterms:created xsi:type="dcterms:W3CDTF">2025-07-06T06:30:24Z</dcterms:created>
  <dcterms:modified xsi:type="dcterms:W3CDTF">2025-07-06T12:48:37Z</dcterms:modified>
</cp:coreProperties>
</file>