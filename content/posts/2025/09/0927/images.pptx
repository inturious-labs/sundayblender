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7"/>
    <p:restoredTop sz="94676"/>
  </p:normalViewPr>
  <p:slideViewPr>
    <p:cSldViewPr snapToGrid="0">
      <p:cViewPr varScale="1">
        <p:scale>
          <a:sx n="190" d="100"/>
          <a:sy n="190" d="100"/>
        </p:scale>
        <p:origin x="22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84F05-43B1-18CF-F9B5-134B878AA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DDFBD-AF52-C05E-6419-B95955743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F9D23-9D18-5D74-0F89-7AC93D2E3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0593A-F0E6-A71F-8958-6A604D3E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7C24A-E8F9-7062-58D8-0EBD73AC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46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A45F-033A-3FDA-BB85-99FF2D77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98171-DB3D-6F91-95FB-AE235D9E0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85138-C652-625A-8123-18302F020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6701B-CE79-D119-A136-1AB37EC2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E636B-91F7-8FEB-ECF8-2AA9383E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6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5603-450D-1D6F-49F8-0DB67831A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2ADC6-5301-1C74-DA2A-EAF53060D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3FB24-A989-A4B9-D46D-8F857A6F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40C31-3B84-D146-27E3-B56268E8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1EF3E-355F-C646-8BF0-BE9C4432D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1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3DD7-37E9-DDD1-4B5B-3C11082E1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ACC41-2850-75C3-16DC-6C98DCBCB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ADFC6-0C45-D572-D30C-6DBC89512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EA098-2F86-E190-1FEC-868D30ED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8D741-0B72-6CA6-C8DE-F7A429551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49EB1-5F7E-9204-FD76-4EB11FE03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5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9CC3-9E03-8352-7AF3-A21B7F6F0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27B7C-5F0F-83B9-F231-8EA5EC77F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EE352-6453-CAEF-9FF9-EFC6E5677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0FA2A-26F9-DADE-8D05-61B3ACEAF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6DF8A-D524-5378-58E1-7CC5E946F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34669E-012F-0C74-788B-A33DD7E6E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DC2A1-0BE2-38CC-C59A-9A133CE32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F2C1E-CE71-9BCA-5FC9-9ACF5C5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8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3143B-CABF-8C16-2081-C80C21FF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B568AA-109D-BF77-8B54-FFDDEE287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B339F-958D-A4B9-07F1-3C3018B9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A80DA-46D9-24E2-10FE-1A529B05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78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0DE19-C7A1-7313-BF49-50B56AFD1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E984D-74AF-073B-06E5-1F68ED7B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67707-0116-097B-E37E-638C728D8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9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5678-9C47-E4AB-F9AD-985D3A31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0D826-BE6E-671E-9DB2-BE7E06CFA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ED378-52F1-8C6F-FDF8-8A0538FF8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45FF4-FC89-1442-0DB5-A84D5D2A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993F7-84A7-172B-64B4-E1FB4173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9B401-98BC-6F44-072D-90784560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6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B0A7-CA32-74FD-0BFB-F9D03CD8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80E38C-0935-B2ED-F9C8-455F17E59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A86D1-1730-E3C3-F503-B52C397D6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5D47B-F2F9-4DC9-404F-3A418629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AAA90-04F0-E4DA-CD4D-E723F8E0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A9EAE-C71A-C1AC-0D2E-42D72C6E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41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185F-B6E3-7367-7D4B-606C6D4E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9C45A-BF67-6016-9F8F-4C82A198E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1C485-8CF1-3F87-BA71-6B696646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B63A-46C2-5141-F9FC-D9E930B01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05DDE-79AE-B802-220E-613BA77E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8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68F896-0F8A-4E7C-5E4E-3A7075AECD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34835-2E17-83FC-9B8D-6ABA7FD3E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6A50A-2BAA-5B56-4EAC-1C203392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C6AB-C15F-E524-2738-83E093C03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334BD-E89A-4B80-0F85-15224B2E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15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1AF6A2-BE54-BC84-F674-F2C7E262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78224-A2B3-53F7-7C65-2F7E1D9EF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0E014-C048-DC89-33E8-EE031614B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A173F-AF2F-AB46-BFAD-71A51D3D23F6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B41DC-E2B9-17E8-E46B-7AFCF1BA3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041CE-D4F3-0F0C-210E-0026F71CE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FE2B6-E347-094E-8A5C-558916E8C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60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597D4E-0CC8-4713-C255-F6CE9144C58E}"/>
              </a:ext>
            </a:extLst>
          </p:cNvPr>
          <p:cNvGrpSpPr/>
          <p:nvPr/>
        </p:nvGrpSpPr>
        <p:grpSpPr>
          <a:xfrm>
            <a:off x="567391" y="537882"/>
            <a:ext cx="11369114" cy="4746812"/>
            <a:chOff x="567391" y="537882"/>
            <a:chExt cx="11369114" cy="4746812"/>
          </a:xfrm>
        </p:grpSpPr>
        <p:pic>
          <p:nvPicPr>
            <p:cNvPr id="5" name="Picture 4" descr="A collage of a person and person&#10;&#10;AI-generated content may be incorrect.">
              <a:extLst>
                <a:ext uri="{FF2B5EF4-FFF2-40B4-BE49-F238E27FC236}">
                  <a16:creationId xmlns:a16="http://schemas.microsoft.com/office/drawing/2014/main" id="{1AA0830A-2058-E0C2-E93F-E15DFA5BF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53034" y="537882"/>
              <a:ext cx="3797450" cy="4746812"/>
            </a:xfrm>
            <a:prstGeom prst="rect">
              <a:avLst/>
            </a:prstGeom>
          </p:spPr>
        </p:pic>
        <p:pic>
          <p:nvPicPr>
            <p:cNvPr id="7" name="Picture 6" descr="A person holding a trophy&#10;&#10;AI-generated content may be incorrect.">
              <a:extLst>
                <a:ext uri="{FF2B5EF4-FFF2-40B4-BE49-F238E27FC236}">
                  <a16:creationId xmlns:a16="http://schemas.microsoft.com/office/drawing/2014/main" id="{01C8DA4C-5A8B-6E0C-84E6-1D0A7CE78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39055" y="537882"/>
              <a:ext cx="3797450" cy="4746812"/>
            </a:xfrm>
            <a:prstGeom prst="rect">
              <a:avLst/>
            </a:prstGeom>
          </p:spPr>
        </p:pic>
        <p:pic>
          <p:nvPicPr>
            <p:cNvPr id="11" name="Picture 10" descr="A person holding a trophy&#10;&#10;AI-generated content may be incorrect.">
              <a:extLst>
                <a:ext uri="{FF2B5EF4-FFF2-40B4-BE49-F238E27FC236}">
                  <a16:creationId xmlns:a16="http://schemas.microsoft.com/office/drawing/2014/main" id="{75232FC9-7831-5A6A-5E1C-A81CD9BB8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391" y="537882"/>
              <a:ext cx="4746811" cy="4746811"/>
            </a:xfrm>
            <a:prstGeom prst="rect">
              <a:avLst/>
            </a:prstGeom>
          </p:spPr>
        </p:pic>
        <p:pic>
          <p:nvPicPr>
            <p:cNvPr id="9" name="Picture 8" descr="A person kissing a trophy&#10;&#10;AI-generated content may be incorrect.">
              <a:extLst>
                <a:ext uri="{FF2B5EF4-FFF2-40B4-BE49-F238E27FC236}">
                  <a16:creationId xmlns:a16="http://schemas.microsoft.com/office/drawing/2014/main" id="{5AA7E7AE-F3FC-9342-1673-0EE097E4E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19007" y="2915699"/>
              <a:ext cx="1895195" cy="23689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597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Yang</dc:creator>
  <cp:lastModifiedBy>Herbert Yang</cp:lastModifiedBy>
  <cp:revision>2</cp:revision>
  <dcterms:created xsi:type="dcterms:W3CDTF">2025-09-27T13:57:10Z</dcterms:created>
  <dcterms:modified xsi:type="dcterms:W3CDTF">2025-09-27T14:07:33Z</dcterms:modified>
</cp:coreProperties>
</file>