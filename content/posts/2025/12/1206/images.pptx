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37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6CB6-6270-AC70-CD14-69C02D7CF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987E8-2075-C7AD-36F5-FD0A015B1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944C5-3A80-FFA5-5108-E70A9D77B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795D8-C700-8209-7847-0B47B31E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31ADB-3FA0-54AC-4B1E-BD0CAD44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24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F5D2-96A3-BFA3-9835-F99432FE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DBBB9-0365-2F38-580D-837B37D2C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657-6B41-0CE5-4027-DE6D9C08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F54-652D-D8F4-90B9-9AC74E5D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A5562-531E-7AAF-97B9-7F504230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0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5704-03C7-9A1B-3940-A07D301F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6F112-B25B-2A1D-15A6-DA8C0F843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3B152-5B17-9DB6-B323-3BE8B30B6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B33BA-D772-EB65-C4D1-EDCBE397E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DE5FF-4D57-1BC2-38AD-D1D32304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5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2B331-6123-7F26-FEB7-619FE33CB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2603C-516B-A36A-791F-0E3E7728A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3C528-0155-A186-85F1-6AE8512C7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E93A0-2961-89C4-4DDA-D3201E692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59EE4-F8E1-B0EB-FB52-D09786AB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346A2-B030-831B-9440-F3650252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134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87EA-932D-9FFC-95D4-FCE1A2BDD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7AB1B-B543-7E2F-5BCA-EA149BCB0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A6041-ABC6-B3A5-98E3-D985EE35B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34F7B-46D5-66AD-7714-0A11A5A63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FA17D-E302-0739-CC3F-FC484EFC6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87B46-BE36-73CA-8979-A68C1524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747C66-F22D-5A37-A8FA-F03CC21A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41F55-29A3-12C0-DCE8-9430EE86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51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63057-AEC4-AF7A-54C3-9D580B20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3246D-567F-A92F-5CB0-DDBBCE00E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2AEEF9-4AF6-852D-AF25-711E52D2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2E6CD-C9DF-A33C-29F9-AB684771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6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A4A36E-341A-2BFF-E0B8-53DE1202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9954A4-28FE-06F4-9776-703DD0EB3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879FA-E9BA-F4E2-6180-0A791006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541A6-6576-B2E0-CC96-E218A8B67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26B82-5FDB-0717-310A-0C1A1EF2C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90F057-248B-27DE-EECF-47CBDC117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E9092-6422-598A-BE3A-59FF3F89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91C21-E0A3-F09F-A63F-6C0C75C40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3CA2A-E2F9-9A6D-64A2-B8FA36F8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1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8B30A-58ED-A1E3-9ED3-F46C31AE9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7C483-B743-B05C-44DE-4AAB83267E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1B61D-CBB2-662E-AC0F-5D7E8039C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B36C-7CC6-AA35-244A-71798C95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50B52-0085-AFF3-D784-03DAED82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0D95B-1BA8-F4D3-1801-66E1C7933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04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6979-E9F5-4620-5CF4-4E636667A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90B5D-BF00-C4D2-7A17-9B9EBE337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EECF7-0D13-A26C-2473-B75F1B4E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20A92-BCA3-D534-8F81-3A4D2229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62DC3-9CFF-417B-F435-18B0A06B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82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BE49E-F813-E1F8-49EF-883C4199A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8F088-D557-EF24-073F-06D4B0496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236D8-A0BB-77E3-5804-80C28FB1B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0FA3C-F583-18E7-6B5E-5776446C4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BE3D6-A9E3-60F0-0DD3-298AF68D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1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150712-AD62-FE2B-2B6A-9906C3DB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23D13-52D5-85BD-D45B-8E11E4CA3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9091D-3B6E-B214-DB0A-75A8ECEE4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BDE90-A539-434C-B612-DDF5A9C2B90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CDD56-0B08-F57F-6F2D-7B618D171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D78AA-6BAB-EA31-0F58-02DD8BD43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30BF2-1F9F-504A-AD13-1819EECBF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5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5DBA5A-6DA3-3C73-7EC0-874659D2E893}"/>
              </a:ext>
            </a:extLst>
          </p:cNvPr>
          <p:cNvGrpSpPr/>
          <p:nvPr/>
        </p:nvGrpSpPr>
        <p:grpSpPr>
          <a:xfrm>
            <a:off x="1233207" y="0"/>
            <a:ext cx="9114976" cy="6858000"/>
            <a:chOff x="1233207" y="0"/>
            <a:chExt cx="9114976" cy="6858000"/>
          </a:xfrm>
        </p:grpSpPr>
        <p:pic>
          <p:nvPicPr>
            <p:cNvPr id="5" name="Picture 4" descr="A book cover with gold text&#10;&#10;AI-generated content may be incorrect.">
              <a:extLst>
                <a:ext uri="{FF2B5EF4-FFF2-40B4-BE49-F238E27FC236}">
                  <a16:creationId xmlns:a16="http://schemas.microsoft.com/office/drawing/2014/main" id="{E889DE8F-BAA3-9366-43B4-047DD8808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3207" y="0"/>
              <a:ext cx="4583430" cy="6858000"/>
            </a:xfrm>
            <a:prstGeom prst="rect">
              <a:avLst/>
            </a:prstGeom>
          </p:spPr>
        </p:pic>
        <p:pic>
          <p:nvPicPr>
            <p:cNvPr id="7" name="Picture 6" descr="A red and black cover with a person standing on a fire&#10;&#10;AI-generated content may be incorrect.">
              <a:extLst>
                <a:ext uri="{FF2B5EF4-FFF2-40B4-BE49-F238E27FC236}">
                  <a16:creationId xmlns:a16="http://schemas.microsoft.com/office/drawing/2014/main" id="{730EE70E-6F25-C084-B7B0-197A688A3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23808" y="0"/>
              <a:ext cx="452437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320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7ADD1B4-9CB9-4777-280E-EB4FEA5627B6}"/>
              </a:ext>
            </a:extLst>
          </p:cNvPr>
          <p:cNvGrpSpPr/>
          <p:nvPr/>
        </p:nvGrpSpPr>
        <p:grpSpPr>
          <a:xfrm>
            <a:off x="473337" y="0"/>
            <a:ext cx="10030097" cy="5992010"/>
            <a:chOff x="473337" y="0"/>
            <a:chExt cx="10030097" cy="5992010"/>
          </a:xfrm>
        </p:grpSpPr>
        <p:pic>
          <p:nvPicPr>
            <p:cNvPr id="5" name="Picture 4" descr="A person kicking a knife&#10;&#10;AI-generated content may be incorrect.">
              <a:extLst>
                <a:ext uri="{FF2B5EF4-FFF2-40B4-BE49-F238E27FC236}">
                  <a16:creationId xmlns:a16="http://schemas.microsoft.com/office/drawing/2014/main" id="{B12B2EC2-9AF5-1E66-7E9D-02F7DBBBF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8906" t="6588" r="17303" b="6039"/>
            <a:stretch>
              <a:fillRect/>
            </a:stretch>
          </p:blipFill>
          <p:spPr>
            <a:xfrm>
              <a:off x="473337" y="0"/>
              <a:ext cx="3281082" cy="5992010"/>
            </a:xfrm>
            <a:prstGeom prst="rect">
              <a:avLst/>
            </a:prstGeom>
          </p:spPr>
        </p:pic>
        <p:pic>
          <p:nvPicPr>
            <p:cNvPr id="7" name="Picture 6" descr="A group of people standing on a sidewalk&#10;&#10;AI-generated content may be incorrect.">
              <a:extLst>
                <a:ext uri="{FF2B5EF4-FFF2-40B4-BE49-F238E27FC236}">
                  <a16:creationId xmlns:a16="http://schemas.microsoft.com/office/drawing/2014/main" id="{1D7C73CE-5B78-7889-9592-5C351C995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5525"/>
            <a:stretch>
              <a:fillRect/>
            </a:stretch>
          </p:blipFill>
          <p:spPr>
            <a:xfrm>
              <a:off x="3754419" y="1"/>
              <a:ext cx="6749015" cy="5992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7838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Yang</dc:creator>
  <cp:lastModifiedBy>Herbert Yang</cp:lastModifiedBy>
  <cp:revision>2</cp:revision>
  <dcterms:created xsi:type="dcterms:W3CDTF">2025-12-06T02:05:08Z</dcterms:created>
  <dcterms:modified xsi:type="dcterms:W3CDTF">2025-12-06T05:31:53Z</dcterms:modified>
</cp:coreProperties>
</file>