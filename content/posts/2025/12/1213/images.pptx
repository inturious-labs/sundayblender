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020D-6EC1-282C-6676-B43F138FA4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ABD05-685B-4FA5-0858-1D6A0A079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32B9E-72D7-D54C-CEF1-3533F213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6D600-7097-F3CC-E97F-00E16D14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F4A5-4DBB-9CFF-5A18-EA63C923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94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E0EB5-1D01-70C6-E2F0-BB37987B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E83D3-4C91-8900-4F24-507F19217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742C8-F601-C79B-8B6B-E2EDE2A5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71C01-A55A-2683-962C-93AC2EC9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C06C-8573-4C3A-FAC7-8530E5452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3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5952-AF21-AD94-D6C3-F7BC4B89C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D5611-398F-C785-F48C-FAC5814DD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D1425-F38F-13B5-1376-0CCA0AD8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4ED25-F015-F92B-9C3E-B7E38323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8A560-806B-0C8E-91BF-119BCECF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4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D857C-D22B-EF5C-1D14-FCBC1940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85700-AD09-391E-65E1-A2BA07EFB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5BC5A-1B77-2724-10D0-D65ED40CF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FC698-B866-53F7-6A83-54E320198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F37B0-40FE-0DDB-5D71-49964650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23CC6-B355-E3A7-35BC-A4FB4504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37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B92E-7689-6242-9FDF-7A79A680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46C0F-4670-FFAF-4AD6-A8C29378E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1D5A2-E634-DE05-9780-82387E510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5058D-6B12-7F9F-38EE-837DC6C6A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E9E29-DCF8-9D0C-903C-78B46ED53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509C0-09C2-CB85-5DB3-3CF6A806A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BAB22-3A00-B1BB-4E26-18E3C81A2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69D44-EA08-2E3F-357E-82FEBB5B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6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5A0E-BF3F-86F6-3BF2-87E9A39A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2A4DD-9226-B806-C474-EE2605CF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07789-C293-66CA-DCDD-D85ED9BE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BE651-5190-1B38-E0C6-3252A0E2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89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34A905-9910-12E5-B0CA-4715F731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0A79C-8F8A-8310-704E-8E1CFD30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37351-1CB1-7DB0-AE9D-62D1E650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3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A3E6-AF48-4B04-E1C5-AF0B7692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05C3-7F50-2063-B76C-D4FCAF750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FB222-CAE2-92D4-A2F5-7D3BE6902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7C4C-79A1-3B2B-6086-18948A6D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D6F78-4F7D-84BA-0ADC-324D33CA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6A850-BEC6-C213-F800-195FC1EF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7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9B0C-1ED6-6E33-504B-B92F014FF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6BBD2-F792-EAD4-3BEE-B896742A5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3F6D6-0A24-0C26-621F-D9A1D336B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755A8-A4E7-2AB1-B046-EBE256E7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F13EF-373B-6778-8266-26267D7C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2CEC2-F648-1970-B95A-1630E79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2B01-6B0F-4605-574C-7F6179294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B199E-52E6-2E95-0648-208B0A42A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1F0AA-65B9-D4B4-DCE2-9907FF205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F4726-9B1A-4018-6CCF-A1523039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42035-F674-992D-A399-D939AAB4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8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66F6A-2A99-1722-7B46-E0F8DDA69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274281-8896-63BE-4558-0672A2584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CFEF-EB78-5509-1AE0-D5A7CA16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34D06-17A6-0544-A042-305E754C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E5AB0-23F7-7F24-1EF6-8C39101E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9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2B1A6-5298-0B42-69D2-0716A9E2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27779-8286-913D-D4EC-198F6D1AD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24053-CE41-55CC-3482-92ED37DFD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68B0D-F958-E94C-BF89-A41A78AC59E8}" type="datetimeFigureOut">
              <a:rPr lang="en-US" smtClean="0"/>
              <a:t>12/13/25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4E0F4-9FD8-614D-BFB1-098D42425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7F4FA-FC86-FB90-D842-72C782D40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5E164-10C0-3A4F-95C7-77ABE6C4A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6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50F3A3C-D40A-04F5-D1A5-A3BFCD0FC4DC}"/>
              </a:ext>
            </a:extLst>
          </p:cNvPr>
          <p:cNvGrpSpPr/>
          <p:nvPr/>
        </p:nvGrpSpPr>
        <p:grpSpPr>
          <a:xfrm>
            <a:off x="1731981" y="666973"/>
            <a:ext cx="7530353" cy="4959275"/>
            <a:chOff x="1731981" y="666973"/>
            <a:chExt cx="7530353" cy="495927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F7579B-D419-AD33-FD19-0B2C6255AACD}"/>
                </a:ext>
              </a:extLst>
            </p:cNvPr>
            <p:cNvSpPr/>
            <p:nvPr/>
          </p:nvSpPr>
          <p:spPr>
            <a:xfrm>
              <a:off x="1731981" y="666973"/>
              <a:ext cx="7530353" cy="49592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Cartoon people talking to each other&#10;&#10;AI-generated content may be incorrect.">
              <a:extLst>
                <a:ext uri="{FF2B5EF4-FFF2-40B4-BE49-F238E27FC236}">
                  <a16:creationId xmlns:a16="http://schemas.microsoft.com/office/drawing/2014/main" id="{391E2D5C-37A0-2333-CD38-1A13FB98A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834"/>
            <a:stretch>
              <a:fillRect/>
            </a:stretch>
          </p:blipFill>
          <p:spPr>
            <a:xfrm>
              <a:off x="3761290" y="1097280"/>
              <a:ext cx="3607697" cy="41112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189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1</cp:revision>
  <dcterms:created xsi:type="dcterms:W3CDTF">2025-12-13T15:04:05Z</dcterms:created>
  <dcterms:modified xsi:type="dcterms:W3CDTF">2025-12-13T15:06:09Z</dcterms:modified>
</cp:coreProperties>
</file>