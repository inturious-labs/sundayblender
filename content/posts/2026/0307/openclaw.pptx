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3036D-C95A-4ED5-E12F-75FBBB59E0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4F8D40-36E1-5F43-EF2F-C44F93D87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0C070-EB32-94BB-C864-C8865C15E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9E287-1447-9321-544D-3AE72369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77D2F-E4A6-F7FD-EA99-EAF065F0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69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D4EC-40EB-4FDE-964D-BA8E3AE1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69164-97D5-577E-E169-74039B8C4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552EA-B5CB-E505-FB9B-58B9076C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482F9-2A3C-AF64-9762-23EE1811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35FC2-7341-60BD-92CF-96F74067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9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F93B-5D7C-1B08-4678-AA911738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C0699-80D2-252C-F074-712CFA6F3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2DF22-A3FC-4456-5C21-4D4FB582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617DB-7802-66C6-EEC9-91C07CE6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5B6E0-21EF-060C-49C2-EA593869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09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C1B1-381A-DFE6-399E-76943FDA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03EFD-C0E6-2AE1-4907-054D9F87E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43990-EAD3-15FB-B20C-9312140BC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13D10-8026-0A55-1C22-90573D3F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71E62-D154-7E8B-BCE6-B960456EA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3ECF3-0545-9683-FD9F-2FEE5E9C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1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ED43-F664-804F-A884-897BD971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A1D3-DAFF-975B-1A03-07A8AD20F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0FB55-A6C8-9020-38E3-15A07EC7C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DB4D84-29BD-E016-470B-68C4D0675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C50DA-2370-DBEC-ECCF-FC139BA0A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4FE823-B5E7-5B8E-2A16-CB7738C8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4802D-7A04-FB19-5DDF-BBE61A0E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5383D2-182B-E178-34A2-3202A692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2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723C0-0AAA-1270-DBF7-1B98E1BD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50FD5-0C9A-6FA8-E3FC-E7639EB2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2FBC65-CFF4-0FCC-C630-32D0970ED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7A79F-FC1A-47DD-7BC5-53A68A829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217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4D505-8895-DA59-0DD9-CE4EADFE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9939F6-EE0F-8B58-0672-2F0A04E38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C84E4-FEBA-CCE6-5B9A-E9624DC5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4399E-3340-5F8D-0110-E64750180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1B61-032D-1730-992C-B9133287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42321-671F-94DA-E12B-5F5B8070C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3F341-C554-67BB-667B-351894D3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931C5-D927-3925-8E24-4A52FF3D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5ED3E-3974-9459-A85F-BFC0EB738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99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2B07-A23B-0AED-8812-E0937484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3D820-9B4E-8BFE-D9DF-550115FDAF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1BB93-6256-DF62-FEDB-AE6BF713D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6ACDB-52F0-DF22-0CF9-6785D707C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F00A6-483D-D713-FCBF-5E3C99EEE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BDB44-D9D2-AF0F-2698-CA779CE4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0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F072-47C0-433C-16B0-97AA29F0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0D5C7-E3D4-C5D6-21F3-FA998AD83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8FA4C-D426-8F33-576D-0AB5D7E0A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96EAC-776C-54F4-46CA-ADA79F65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72BE8-C337-A91F-BA90-359FBA1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427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AA651-C488-DF9F-D00D-35AEE81AC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FFA3D2-EEF4-E6A4-323C-164276DB1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D174D-F12F-21B0-B1D7-38F7FD64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FFE02-D94A-DAF9-1ADF-260DF10D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6D453-3040-67C5-4973-95991924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7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E5BABF-68B2-D631-2381-FA24BF96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6D7A1-20C6-DBC6-2E71-D5E24DD35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6010E-7777-0952-3D3D-EED1E53E4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3C29F3-D1D7-D44F-967E-AB7689D359F4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66E61-B5B6-07A4-380A-693F8B6DA4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F5C25-C733-28B0-8126-C05D44C0E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20D94-19BB-3543-A0B5-59627507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9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760D8FE-51CF-76E0-2E46-B656E535DE05}"/>
              </a:ext>
            </a:extLst>
          </p:cNvPr>
          <p:cNvGrpSpPr/>
          <p:nvPr/>
        </p:nvGrpSpPr>
        <p:grpSpPr>
          <a:xfrm>
            <a:off x="356826" y="0"/>
            <a:ext cx="10479710" cy="6858000"/>
            <a:chOff x="356826" y="0"/>
            <a:chExt cx="10479710" cy="6858000"/>
          </a:xfrm>
        </p:grpSpPr>
        <p:pic>
          <p:nvPicPr>
            <p:cNvPr id="5" name="Picture 4" descr="A group of people outside with laptops&#10;&#10;AI-generated content may be incorrect.">
              <a:extLst>
                <a:ext uri="{FF2B5EF4-FFF2-40B4-BE49-F238E27FC236}">
                  <a16:creationId xmlns:a16="http://schemas.microsoft.com/office/drawing/2014/main" id="{57D01EEB-FEE4-24F6-D7A3-5E7D21B81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6826" y="0"/>
              <a:ext cx="7304379" cy="6858000"/>
            </a:xfrm>
            <a:prstGeom prst="rect">
              <a:avLst/>
            </a:prstGeom>
          </p:spPr>
        </p:pic>
        <p:pic>
          <p:nvPicPr>
            <p:cNvPr id="7" name="Picture 6" descr="A group of people looking at a computer&#10;&#10;AI-generated content may be incorrect.">
              <a:extLst>
                <a:ext uri="{FF2B5EF4-FFF2-40B4-BE49-F238E27FC236}">
                  <a16:creationId xmlns:a16="http://schemas.microsoft.com/office/drawing/2014/main" id="{5FE32D52-3B1B-A8DF-0CAF-2743CC5C1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50136" y="0"/>
              <a:ext cx="54864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5472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Herbert Yang</dc:creator>
  <cp:lastModifiedBy>Herbert Yang</cp:lastModifiedBy>
  <cp:revision>1</cp:revision>
  <dcterms:created xsi:type="dcterms:W3CDTF">2026-03-08T08:17:44Z</dcterms:created>
  <dcterms:modified xsi:type="dcterms:W3CDTF">2026-03-08T08:18:53Z</dcterms:modified>
</cp:coreProperties>
</file>